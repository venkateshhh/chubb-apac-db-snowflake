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3"/>
    <p:sldId id="265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proc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proc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Design &amp;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Medallion Architecture (RAW → CURATED → DWH → SEMANTIC)</a:t>
            </a:r>
          </a:p>
          <a:p>
            <a:r>
              <a:t>CDC using Streams &amp; MERGE</a:t>
            </a:r>
          </a:p>
          <a:p>
            <a:r>
              <a:t>Star Schema in DWH</a:t>
            </a:r>
          </a:p>
          <a:p>
            <a:r>
              <a:t>Derived columns: Risk &amp; Expiry</a:t>
            </a:r>
          </a:p>
          <a:p>
            <a:r>
              <a:t>Automated pipeline with SP &amp; Task</a:t>
            </a:r>
          </a:p>
          <a:p>
            <a:r>
              <a:t>Scalable &amp; cost-efficient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Details &amp; Working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repo: SQL / Queries / Use Cases / Docs / AI</a:t>
            </a:r>
          </a:p>
          <a:p>
            <a:r>
              <a:t>Platform: Snowflake + VS Code + GitHub</a:t>
            </a:r>
          </a:p>
          <a:p>
            <a:r>
              <a:t>Modular SQL design</a:t>
            </a:r>
          </a:p>
          <a:p>
            <a:r>
              <a:t>Layer-based organization</a:t>
            </a:r>
          </a:p>
          <a:p>
            <a:r>
              <a:t>Version-controlled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Layer Views used</a:t>
            </a:r>
          </a:p>
          <a:p>
            <a:r>
              <a:t>V_POLICIES – Policy listing</a:t>
            </a:r>
          </a:p>
          <a:p>
            <a:r>
              <a:t>V_POLICY_SUMMARY – Aggregated data</a:t>
            </a:r>
          </a:p>
          <a:p>
            <a:r>
              <a:t>V_POLICY_SEARCH – Fast lookup</a:t>
            </a:r>
          </a:p>
          <a:p>
            <a:r>
              <a:t>Optimized for BI &amp;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Working Journal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used for architecture and SQL design</a:t>
            </a:r>
          </a:p>
          <a:p>
            <a:r>
              <a:t>Generated CDC and MERGE logic</a:t>
            </a:r>
          </a:p>
          <a:p>
            <a:r>
              <a:t>Helped build stored procedure and automation</a:t>
            </a:r>
          </a:p>
          <a:p>
            <a:r>
              <a:t>Reduced development time significantly</a:t>
            </a:r>
          </a:p>
          <a:p>
            <a:r>
              <a:t>Improved productivity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 count validation (RAW vs CURATED)</a:t>
            </a:r>
          </a:p>
          <a:p>
            <a:r>
              <a:t>Null and data checks</a:t>
            </a:r>
          </a:p>
          <a:p>
            <a:r>
              <a:t>CDC validation using streams</a:t>
            </a:r>
          </a:p>
          <a:p>
            <a:r>
              <a:t>Functional testing of queries</a:t>
            </a:r>
          </a:p>
          <a:p>
            <a:r>
              <a:t>Task monitoring via TASK_HISTORY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Snowflake pipeline</a:t>
            </a:r>
          </a:p>
          <a:p>
            <a:r>
              <a:t>CDC implemented using Streams</a:t>
            </a:r>
          </a:p>
          <a:p>
            <a:r>
              <a:t>Star Schema for analytics</a:t>
            </a:r>
          </a:p>
          <a:p>
            <a:r>
              <a:t>Automated pipeline execution</a:t>
            </a:r>
          </a:p>
          <a:p>
            <a:r>
              <a:t>Production-ready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</Words>
  <Application>WPS Presentation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Architecture Design &amp; Decisions</vt:lpstr>
      <vt:lpstr>GIT Details &amp; Working Platform</vt:lpstr>
      <vt:lpstr>API Specification</vt:lpstr>
      <vt:lpstr>AI Working Journal</vt:lpstr>
      <vt:lpstr>Testing Strategy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Sahaja Mukku</cp:lastModifiedBy>
  <cp:revision>2</cp:revision>
  <dcterms:created xsi:type="dcterms:W3CDTF">2013-01-27T09:14:00Z</dcterms:created>
  <dcterms:modified xsi:type="dcterms:W3CDTF">2026-06-10T05:03:59Z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2026-06-09T12:13:49Z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f02af3d8-6dc4-43bb-a915-499f58e6b4fc</vt:lpwstr>
  </property>
  <property fmtid="{D5CDD505-2E9C-101B-9397-08002B2CF9AE}" pid="8" name="MSIP_Label_556dfe78-8a37-4fb5-b4aa-b92b97e18d15_ContentBits">
    <vt:lpwstr>0</vt:lpwstr>
  </property>
  <property fmtid="{D5CDD505-2E9C-101B-9397-08002B2CF9AE}" pid="9" name="KSOProductBuildVer">
    <vt:lpwstr>1033-12.1.0.26880</vt:lpwstr>
  </property>
  <property fmtid="{D5CDD505-2E9C-101B-9397-08002B2CF9AE}" pid="10" name="ICV">
    <vt:lpwstr>12736482EB2F4BD394894F8109A63D67_13</vt:lpwstr>
  </property>
</Properties>
</file>