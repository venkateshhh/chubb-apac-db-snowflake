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2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136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5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" y="0"/>
            <a:ext cx="1227518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" y="0"/>
            <a:ext cx="121640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05" y="0"/>
            <a:ext cx="1216406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" y="18288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0B478"/>
                </a:solidFill>
              </a:defRPr>
            </a:pPr>
            <a:r>
              <a:t>Classification: Internal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proc_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0"/>
            <a:ext cx="1219073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WPS Presentation</Application>
  <PresentationFormat>On-screen Show (4:3)</PresentationFormat>
  <Paragraphs>12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Sahaja Mukku</cp:lastModifiedBy>
  <cp:revision>8</cp:revision>
  <dcterms:created xsi:type="dcterms:W3CDTF">2013-01-27T09:14:00Z</dcterms:created>
  <dcterms:modified xsi:type="dcterms:W3CDTF">2026-06-10T04:54:57Z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997AA2A0D05A462BBBD0F891F5986740_13</vt:lpwstr>
  </property>
  <property fmtid="{D5CDD505-2E9C-101B-9397-08002B2CF9AE}" pid="3" name="KSOProductBuildVer">
    <vt:lpwstr>1033-12.1.0.26880</vt:lpwstr>
  </property>
</Properties>
</file>