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12" y="0"/>
            <a:ext cx="90940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60" y="0"/>
            <a:ext cx="906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953" y="0"/>
            <a:ext cx="90337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318" y="0"/>
            <a:ext cx="904105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286" y="0"/>
            <a:ext cx="902312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115" y="0"/>
            <a:ext cx="916546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291" y="0"/>
            <a:ext cx="911911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79" y="0"/>
            <a:ext cx="905213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7" y="0"/>
            <a:ext cx="91690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